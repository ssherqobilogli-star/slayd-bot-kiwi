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780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780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3C0078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7800C8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80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800C8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780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C0078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