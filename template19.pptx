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_top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bottom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Mavzu sarlavhasi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14400" y="3840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FFD700"/>
                </a:solidFill>
              </a:rPr>
              <a:t>Tayyorladi: Ism Familiya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ip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365760" y="22860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D700"/>
                </a:solidFill>
              </a:rPr>
              <a:t>Slayd sarlavhasi</a:t>
            </a:r>
          </a:p>
        </p:txBody>
      </p:sp>
      <p:sp>
        <p:nvSpPr>
          <p:cNvPr id="5" name="divider"/>
          <p:cNvSpPr/>
          <p:nvPr/>
        </p:nvSpPr>
        <p:spPr>
          <a:xfrm>
            <a:off x="365760" y="1234440"/>
            <a:ext cx="1161288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"/>
          <p:cNvSpPr txBox="1"/>
          <p:nvPr/>
        </p:nvSpPr>
        <p:spPr>
          <a:xfrm>
            <a:off x="365760" y="137160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0B4"/>
                </a:solidFill>
              </a:rPr>
              <a:t>• Kontent matni shu yerda chiqadi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