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B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4003C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B40064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B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B40064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B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4003C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