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503C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9664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9664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00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503C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