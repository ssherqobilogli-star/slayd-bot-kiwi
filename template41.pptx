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FF6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FF6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FF6432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23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6432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FF6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E6E6E6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