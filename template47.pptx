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C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3C0000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78000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BC8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78000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78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460000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