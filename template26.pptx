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E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3C78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0050B4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E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50B4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00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E3C78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