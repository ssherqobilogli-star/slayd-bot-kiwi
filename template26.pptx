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43C78"/>
                </a:solidFill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0050B4"/>
                </a:solidFill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50B4"/>
                </a:solidFill>
              </a:rP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00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43C78"/>
                </a:solidFill>
              </a:rPr>
              <a:t>{{CONTENT}}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