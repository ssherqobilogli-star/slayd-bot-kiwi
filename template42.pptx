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3C2814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B46400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46400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03214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