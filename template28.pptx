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8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8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643200"/>
                </a:solidFill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C86400"/>
                </a:solidFill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8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6400"/>
                </a:solidFill>
              </a:rP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C8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643200"/>
                </a:solidFill>
              </a:rPr>
              <a:t>{{CONTENT}}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