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DA70D6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DA70D6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D2F0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