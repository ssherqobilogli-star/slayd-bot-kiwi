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8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DA7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DA7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DA70D6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8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A7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DA70D6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DA7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