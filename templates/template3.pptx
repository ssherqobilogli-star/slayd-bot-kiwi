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1E1E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78D4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78D4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1E1E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