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C2814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B4640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B4640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B4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3C2814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