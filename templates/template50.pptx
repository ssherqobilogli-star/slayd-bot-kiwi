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4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B4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3C1E00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B45000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4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B45000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B4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C1E00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