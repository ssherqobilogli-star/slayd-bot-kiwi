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64C8FF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4C8FF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8E1FF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