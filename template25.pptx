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B45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B45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FF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E6BE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