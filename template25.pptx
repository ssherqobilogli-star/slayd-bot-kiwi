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502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FB4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FFB4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</a:rPr>
              <a:t>{{TITLE}}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404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>
                <a:solidFill>
                  <a:srgbClr val="FFB450"/>
                </a:solidFill>
              </a:rPr>
              <a:t>{{SUBTITLE}}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502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FFB4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B450"/>
                </a:solidFill>
              </a:rPr>
              <a:t>{{SLIDE_TITLE}}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30000" cy="36576"/>
          </a:xfrm>
          <a:prstGeom prst="rect">
            <a:avLst/>
          </a:prstGeom>
          <a:solidFill>
            <a:srgbClr val="FFB4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371600"/>
            <a:ext cx="11430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FFFFFF"/>
                </a:solidFill>
              </a:rPr>
              <a:t>{{CONTENT}}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