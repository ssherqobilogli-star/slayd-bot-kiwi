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0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41414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008080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0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8080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43C3C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