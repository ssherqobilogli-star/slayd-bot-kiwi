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285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64C8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4C8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4285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