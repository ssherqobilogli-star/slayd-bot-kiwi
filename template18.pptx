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90EE90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90EE90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90E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D2F5D2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