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8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C8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C8E696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8E696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C8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1F0C8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