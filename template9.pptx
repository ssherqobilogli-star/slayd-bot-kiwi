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B6C1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B6C1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E6EB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