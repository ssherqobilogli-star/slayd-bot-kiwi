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DC64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B4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B4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C96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