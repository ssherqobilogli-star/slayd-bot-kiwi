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6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96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C3C00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96960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6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96960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96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64600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