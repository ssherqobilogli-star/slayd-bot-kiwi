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C1E00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45000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45000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62300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