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8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8FFC8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0FF64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8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FF64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00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4FFB4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