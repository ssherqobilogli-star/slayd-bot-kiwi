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2828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46464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46464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82828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