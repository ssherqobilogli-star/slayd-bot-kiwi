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C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F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{{TITLE}}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7878"/>
                </a:solidFill>
              </a:rPr>
              <a:t>{{SUBTITLE}}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C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7878"/>
                </a:solidFill>
              </a:rPr>
              <a:t>{{SLIDE_TITLE}}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36576"/>
          </a:xfrm>
          <a:prstGeom prst="rect">
            <a:avLst/>
          </a:prstGeom>
          <a:solidFill>
            <a:srgbClr val="FF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{{CONTENT}}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