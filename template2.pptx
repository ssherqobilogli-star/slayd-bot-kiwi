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00C896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0C896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8C8C8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