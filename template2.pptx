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48272"/>
            <a:ext cx="12188952" cy="109728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6984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{{TITLE}}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84048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800">
                <a:solidFill>
                  <a:srgbClr val="00C896"/>
                </a:solidFill>
              </a:rPr>
              <a:t>{{SUBTITLE}}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114300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0C896"/>
                </a:solidFill>
              </a:rPr>
              <a:t>{{SLIDE_TITLE}}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11430000" cy="36576"/>
          </a:xfrm>
          <a:prstGeom prst="rect">
            <a:avLst/>
          </a:prstGeom>
          <a:solidFill>
            <a:srgbClr val="00C8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7160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{{CONTENT}}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