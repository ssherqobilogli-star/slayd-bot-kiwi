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0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C8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64C8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0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64C8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FF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D2F0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