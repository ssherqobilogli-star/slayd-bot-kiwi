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C8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FFE60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E60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FFF5B4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