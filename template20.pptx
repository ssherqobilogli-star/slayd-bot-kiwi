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F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ccent_top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90E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ccent_bottom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90E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tle"/>
          <p:cNvSpPr txBox="1"/>
          <p:nvPr/>
        </p:nvSpPr>
        <p:spPr>
          <a:xfrm>
            <a:off x="914400" y="201168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Mavzu sarlavhasi</a:t>
            </a:r>
          </a:p>
        </p:txBody>
      </p:sp>
      <p:sp>
        <p:nvSpPr>
          <p:cNvPr id="6" name="content"/>
          <p:cNvSpPr txBox="1"/>
          <p:nvPr/>
        </p:nvSpPr>
        <p:spPr>
          <a:xfrm>
            <a:off x="914400" y="38404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90EE90"/>
                </a:solidFill>
              </a:rPr>
              <a:t>Tayyorladi: Ism Familiya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F4F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strip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0E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365760" y="228600"/>
            <a:ext cx="11612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90EE90"/>
                </a:solidFill>
              </a:rPr>
              <a:t>Slayd sarlavhasi</a:t>
            </a:r>
          </a:p>
        </p:txBody>
      </p:sp>
      <p:sp>
        <p:nvSpPr>
          <p:cNvPr id="5" name="divider"/>
          <p:cNvSpPr/>
          <p:nvPr/>
        </p:nvSpPr>
        <p:spPr>
          <a:xfrm>
            <a:off x="365760" y="1234440"/>
            <a:ext cx="11612880" cy="45720"/>
          </a:xfrm>
          <a:prstGeom prst="rect">
            <a:avLst/>
          </a:prstGeom>
          <a:solidFill>
            <a:srgbClr val="90EE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ntent"/>
          <p:cNvSpPr txBox="1"/>
          <p:nvPr/>
        </p:nvSpPr>
        <p:spPr>
          <a:xfrm>
            <a:off x="365760" y="1371600"/>
            <a:ext cx="116128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D2EBE1"/>
                </a:solidFill>
              </a:rPr>
              <a:t>• Kontent matni shu yerda chiqadi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