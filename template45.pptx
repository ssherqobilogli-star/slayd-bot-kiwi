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64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64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20064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6400C8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4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6400C8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640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C0078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