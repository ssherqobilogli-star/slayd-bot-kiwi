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87C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5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5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02850"/>
                </a:solidFill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0050A0"/>
                </a:solidFill>
              </a:rPr>
              <a:t>{{SUBTITLE}}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87C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5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50A0"/>
                </a:solidFill>
              </a:rP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36576"/>
          </a:xfrm>
          <a:prstGeom prst="rect">
            <a:avLst/>
          </a:prstGeom>
          <a:solidFill>
            <a:srgbClr val="005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002850"/>
                </a:solidFill>
              </a:rPr>
              <a:t>{{CONTENT}}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