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2850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0050A0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50A0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3264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