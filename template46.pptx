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E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B4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B4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02800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B450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E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4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50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B4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A2D00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